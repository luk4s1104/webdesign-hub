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Corbel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6816"/>
        <p:guide pos="81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Corbel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orbel-bold.fntdata"/><Relationship Id="rId6" Type="http://schemas.openxmlformats.org/officeDocument/2006/relationships/slide" Target="slides/slide1.xml"/><Relationship Id="rId18" Type="http://schemas.openxmlformats.org/officeDocument/2006/relationships/font" Target="fonts/Corbel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>
  <p:cSld name="Slide de título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-2" y="4754880"/>
            <a:ext cx="12192002" cy="2103120"/>
          </a:xfrm>
          <a:prstGeom prst="rect">
            <a:avLst/>
          </a:prstGeom>
          <a:solidFill>
            <a:srgbClr val="1246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-127" y="4724400"/>
            <a:ext cx="12188826" cy="7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911424" y="4800600"/>
            <a:ext cx="1036915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909838" y="5943600"/>
            <a:ext cx="10369151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9pPr>
          </a:lstStyle>
          <a:p/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7" y="-1"/>
            <a:ext cx="12188826" cy="471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408" y="152400"/>
            <a:ext cx="4215791" cy="4288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0082" y="4724400"/>
            <a:ext cx="2204584" cy="2203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32" cy="1233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32" cy="48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440"/>
              <a:buChar char="▪"/>
              <a:defRPr/>
            </a:lvl1pPr>
            <a:lvl2pPr indent="-32004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4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4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4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▪"/>
              <a:defRPr/>
            </a:lvl5pPr>
            <a:lvl6pPr indent="-29972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/>
            </a:lvl6pPr>
            <a:lvl7pPr indent="-32004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440"/>
              <a:buChar char="▪"/>
              <a:defRPr/>
            </a:lvl7pPr>
            <a:lvl8pPr indent="-32004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440"/>
              <a:buChar char="▪"/>
              <a:defRPr/>
            </a:lvl8pPr>
            <a:lvl9pPr indent="-32004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440"/>
              <a:buChar char="▪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2">
            <a:alphaModFix/>
          </a:blip>
          <a:srcRect b="24574" l="0" r="0" t="0"/>
          <a:stretch/>
        </p:blipFill>
        <p:spPr>
          <a:xfrm>
            <a:off x="10992544" y="5929299"/>
            <a:ext cx="1152128" cy="884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lide de título" showMasterSp="0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a imagem contendo grama, natureza, céu&#10;&#10;Descrição gerada automaticamente" id="32" name="Google Shape;32;p4"/>
          <p:cNvPicPr preferRelativeResize="0"/>
          <p:nvPr/>
        </p:nvPicPr>
        <p:blipFill rotWithShape="1">
          <a:blip r:embed="rId2">
            <a:alphaModFix/>
          </a:blip>
          <a:srcRect b="0" l="0" r="0" t="15333"/>
          <a:stretch/>
        </p:blipFill>
        <p:spPr>
          <a:xfrm>
            <a:off x="8237" y="0"/>
            <a:ext cx="12192000" cy="580644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-2" y="4754880"/>
            <a:ext cx="12192002" cy="21031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-127" y="4724400"/>
            <a:ext cx="12188826" cy="7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>
            <p:ph type="ctrTitle"/>
          </p:nvPr>
        </p:nvSpPr>
        <p:spPr>
          <a:xfrm>
            <a:off x="911424" y="4800600"/>
            <a:ext cx="1036915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909838" y="5943600"/>
            <a:ext cx="10369151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875" y="222376"/>
            <a:ext cx="4427151" cy="1262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ítulo e conteúdo">
  <p:cSld name="2_Título e conteúdo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24574" l="0" r="0" t="0"/>
          <a:stretch/>
        </p:blipFill>
        <p:spPr>
          <a:xfrm>
            <a:off x="10992544" y="5929299"/>
            <a:ext cx="1152128" cy="88407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/>
          <p:nvPr/>
        </p:nvSpPr>
        <p:spPr>
          <a:xfrm>
            <a:off x="4007768" y="2110439"/>
            <a:ext cx="8211244" cy="2637122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 txBox="1"/>
          <p:nvPr>
            <p:ph type="title"/>
          </p:nvPr>
        </p:nvSpPr>
        <p:spPr>
          <a:xfrm>
            <a:off x="4007768" y="2780928"/>
            <a:ext cx="8184232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0" sz="3600" cap="small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4007767" y="3780390"/>
            <a:ext cx="8184233" cy="440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  <a:defRPr sz="2800" cap="small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909090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909090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909090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909090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09090"/>
              </a:buClr>
              <a:buSzPts val="1120"/>
              <a:buNone/>
              <a:defRPr sz="1400">
                <a:solidFill>
                  <a:srgbClr val="909090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09090"/>
              </a:buClr>
              <a:buSzPts val="1120"/>
              <a:buNone/>
              <a:defRPr sz="1400">
                <a:solidFill>
                  <a:srgbClr val="909090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09090"/>
              </a:buClr>
              <a:buSzPts val="1120"/>
              <a:buNone/>
              <a:defRPr sz="1400">
                <a:solidFill>
                  <a:srgbClr val="909090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09090"/>
              </a:buClr>
              <a:buSzPts val="1120"/>
              <a:buNone/>
              <a:defRPr sz="1400">
                <a:solidFill>
                  <a:srgbClr val="909090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551384" y="116632"/>
            <a:ext cx="11089232" cy="1233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lide de título" showMasterSp="0">
  <p:cSld name="2_Slide de título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www.unifacens.edu.br/images/galeria_vestibular2018/facens.jpg" id="53" name="Google Shape;53;p8"/>
          <p:cNvPicPr preferRelativeResize="0"/>
          <p:nvPr/>
        </p:nvPicPr>
        <p:blipFill rotWithShape="1">
          <a:blip r:embed="rId2">
            <a:alphaModFix/>
          </a:blip>
          <a:srcRect b="0" l="0" r="0" t="5482"/>
          <a:stretch/>
        </p:blipFill>
        <p:spPr>
          <a:xfrm>
            <a:off x="-17334" y="-237857"/>
            <a:ext cx="12192000" cy="648059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8"/>
          <p:cNvSpPr/>
          <p:nvPr/>
        </p:nvSpPr>
        <p:spPr>
          <a:xfrm>
            <a:off x="-2" y="4754880"/>
            <a:ext cx="12192002" cy="2103120"/>
          </a:xfrm>
          <a:prstGeom prst="rect">
            <a:avLst/>
          </a:prstGeom>
          <a:solidFill>
            <a:srgbClr val="1246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-127" y="4724400"/>
            <a:ext cx="12188826" cy="7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8"/>
          <p:cNvSpPr txBox="1"/>
          <p:nvPr>
            <p:ph type="ctrTitle"/>
          </p:nvPr>
        </p:nvSpPr>
        <p:spPr>
          <a:xfrm>
            <a:off x="911424" y="4800600"/>
            <a:ext cx="1036915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" type="subTitle"/>
          </p:nvPr>
        </p:nvSpPr>
        <p:spPr>
          <a:xfrm>
            <a:off x="909838" y="5943600"/>
            <a:ext cx="10369151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9pPr>
          </a:lstStyle>
          <a:p/>
        </p:txBody>
      </p:sp>
      <p:sp>
        <p:nvSpPr>
          <p:cNvPr descr="http://facens.br/system/assinaturas_email_2019/imgs/logo2019.png?v1" id="58" name="Google Shape;58;p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ntendo objeto&#10;&#10;Descrição gerada automaticamente"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344" y="152400"/>
            <a:ext cx="4392488" cy="1152257"/>
          </a:xfrm>
          <a:prstGeom prst="rect">
            <a:avLst/>
          </a:prstGeom>
          <a:noFill/>
          <a:ln>
            <a:noFill/>
          </a:ln>
          <a:effectLst>
            <a:outerShdw blurRad="50800" sx="103000" rotWithShape="0" algn="ctr" dir="5400000" dist="50800" sy="103000">
              <a:schemeClr val="lt1"/>
            </a:outerShdw>
          </a:effectLst>
        </p:spPr>
      </p:pic>
      <p:pic>
        <p:nvPicPr>
          <p:cNvPr id="60" name="Google Shape;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0082" y="4724400"/>
            <a:ext cx="2204584" cy="2203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lide de título" showMasterSp="0">
  <p:cSld name="4_Slide de título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a imagem contendo grama, natureza, céu&#10;&#10;Descrição gerada automaticamente" id="62" name="Google Shape;62;p9"/>
          <p:cNvPicPr preferRelativeResize="0"/>
          <p:nvPr/>
        </p:nvPicPr>
        <p:blipFill rotWithShape="1">
          <a:blip r:embed="rId2">
            <a:alphaModFix/>
          </a:blip>
          <a:srcRect b="0" l="0" r="0" t="15333"/>
          <a:stretch/>
        </p:blipFill>
        <p:spPr>
          <a:xfrm>
            <a:off x="8237" y="0"/>
            <a:ext cx="12192000" cy="58064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/>
          <p:nvPr/>
        </p:nvSpPr>
        <p:spPr>
          <a:xfrm>
            <a:off x="-2" y="4754880"/>
            <a:ext cx="12192002" cy="21031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-127" y="4724400"/>
            <a:ext cx="12188826" cy="7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 txBox="1"/>
          <p:nvPr>
            <p:ph type="ctrTitle"/>
          </p:nvPr>
        </p:nvSpPr>
        <p:spPr>
          <a:xfrm>
            <a:off x="911424" y="4800600"/>
            <a:ext cx="1036915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" type="subTitle"/>
          </p:nvPr>
        </p:nvSpPr>
        <p:spPr>
          <a:xfrm>
            <a:off x="909838" y="5943600"/>
            <a:ext cx="10369151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9pPr>
          </a:lstStyle>
          <a:p/>
        </p:txBody>
      </p:sp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0082" y="4724400"/>
            <a:ext cx="2204584" cy="2203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&#10;&#10;Descrição gerada automaticamente" id="68" name="Google Shape;6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344" y="152400"/>
            <a:ext cx="4392488" cy="1152257"/>
          </a:xfrm>
          <a:prstGeom prst="rect">
            <a:avLst/>
          </a:prstGeom>
          <a:noFill/>
          <a:ln>
            <a:noFill/>
          </a:ln>
          <a:effectLst>
            <a:outerShdw blurRad="50800" sx="103000" rotWithShape="0" algn="ctr" dir="5400000" dist="50800" sy="103000">
              <a:schemeClr val="lt1"/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lide de título" showMasterSp="0">
  <p:cSld name="3_Slide de título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a imagem contendo grama, natureza, céu&#10;&#10;Descrição gerada automaticamente" id="70" name="Google Shape;70;p10"/>
          <p:cNvPicPr preferRelativeResize="0"/>
          <p:nvPr/>
        </p:nvPicPr>
        <p:blipFill rotWithShape="1">
          <a:blip r:embed="rId2">
            <a:alphaModFix/>
          </a:blip>
          <a:srcRect b="0" l="0" r="0" t="15333"/>
          <a:stretch/>
        </p:blipFill>
        <p:spPr>
          <a:xfrm>
            <a:off x="8237" y="0"/>
            <a:ext cx="12192000" cy="58064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/>
          <p:nvPr/>
        </p:nvSpPr>
        <p:spPr>
          <a:xfrm>
            <a:off x="-2" y="4754880"/>
            <a:ext cx="12192002" cy="2103120"/>
          </a:xfrm>
          <a:prstGeom prst="rect">
            <a:avLst/>
          </a:prstGeom>
          <a:solidFill>
            <a:srgbClr val="272F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-127" y="4724400"/>
            <a:ext cx="12188826" cy="7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0"/>
          <p:cNvSpPr txBox="1"/>
          <p:nvPr>
            <p:ph type="ctrTitle"/>
          </p:nvPr>
        </p:nvSpPr>
        <p:spPr>
          <a:xfrm>
            <a:off x="911424" y="4800600"/>
            <a:ext cx="1036915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subTitle"/>
          </p:nvPr>
        </p:nvSpPr>
        <p:spPr>
          <a:xfrm>
            <a:off x="909838" y="5943600"/>
            <a:ext cx="10369151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9pPr>
          </a:lstStyle>
          <a:p/>
        </p:txBody>
      </p:sp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0082" y="4724400"/>
            <a:ext cx="2204584" cy="2203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&#10;&#10;Descrição gerada automaticamente" id="76" name="Google Shape;7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344" y="152400"/>
            <a:ext cx="4392488" cy="1152257"/>
          </a:xfrm>
          <a:prstGeom prst="rect">
            <a:avLst/>
          </a:prstGeom>
          <a:noFill/>
          <a:ln>
            <a:noFill/>
          </a:ln>
          <a:effectLst>
            <a:outerShdw blurRad="50800" sx="103000" rotWithShape="0" algn="ctr" dir="5400000" dist="50800" sy="103000">
              <a:schemeClr val="lt1"/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de título" showMasterSp="0">
  <p:cSld name="1_Slide de título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9838" y="1340768"/>
            <a:ext cx="2089818" cy="21195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facens.br/system/banner_sliders/images/000/000/145/huge/media_box_facens_clean.png?1515414354" id="79" name="Google Shape;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8" y="0"/>
            <a:ext cx="12188825" cy="496106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/>
          <p:nvPr/>
        </p:nvSpPr>
        <p:spPr>
          <a:xfrm>
            <a:off x="-2" y="4754880"/>
            <a:ext cx="12192002" cy="2103120"/>
          </a:xfrm>
          <a:prstGeom prst="rect">
            <a:avLst/>
          </a:prstGeom>
          <a:solidFill>
            <a:srgbClr val="272F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-127" y="4724400"/>
            <a:ext cx="12188826" cy="7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1"/>
          <p:cNvSpPr txBox="1"/>
          <p:nvPr>
            <p:ph type="ctrTitle"/>
          </p:nvPr>
        </p:nvSpPr>
        <p:spPr>
          <a:xfrm>
            <a:off x="911424" y="4800600"/>
            <a:ext cx="1036915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" type="subTitle"/>
          </p:nvPr>
        </p:nvSpPr>
        <p:spPr>
          <a:xfrm>
            <a:off x="909838" y="5943600"/>
            <a:ext cx="10369151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600"/>
              <a:buNone/>
              <a:defRPr sz="2000"/>
            </a:lvl9pPr>
          </a:lstStyle>
          <a:p/>
        </p:txBody>
      </p:sp>
      <p:pic>
        <p:nvPicPr>
          <p:cNvPr id="84" name="Google Shape;8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0082" y="4724400"/>
            <a:ext cx="2204584" cy="2203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title"/>
          </p:nvPr>
        </p:nvSpPr>
        <p:spPr>
          <a:xfrm>
            <a:off x="551384" y="116632"/>
            <a:ext cx="11089232" cy="1233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551384" y="1556792"/>
            <a:ext cx="11089232" cy="48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8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None/>
              <a:defRPr/>
            </a:lvl5pPr>
            <a:lvl6pPr indent="-29972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/>
            </a:lvl6pPr>
            <a:lvl7pPr indent="-32004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440"/>
              <a:buChar char="▪"/>
              <a:defRPr/>
            </a:lvl7pPr>
            <a:lvl8pPr indent="-32004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440"/>
              <a:buChar char="▪"/>
              <a:defRPr/>
            </a:lvl8pPr>
            <a:lvl9pPr indent="-32004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440"/>
              <a:buChar char="▪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1" type="ftr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bg>
      <p:bgPr>
        <a:gradFill>
          <a:gsLst>
            <a:gs pos="0">
              <a:srgbClr val="FFFFFF"/>
            </a:gs>
            <a:gs pos="72000">
              <a:schemeClr val="lt2"/>
            </a:gs>
            <a:gs pos="100000">
              <a:srgbClr val="CCD2D2"/>
            </a:gs>
          </a:gsLst>
          <a:lin ang="5400000" scaled="0"/>
        </a:gra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0" y="0"/>
            <a:ext cx="12188826" cy="457200"/>
          </a:xfrm>
          <a:prstGeom prst="rect">
            <a:avLst/>
          </a:prstGeom>
          <a:solidFill>
            <a:srgbClr val="272F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-1" y="411480"/>
            <a:ext cx="12188826" cy="45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>
            <p:ph type="title"/>
          </p:nvPr>
        </p:nvSpPr>
        <p:spPr>
          <a:xfrm>
            <a:off x="1524000" y="11430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5200"/>
              <a:buNone/>
              <a:defRPr b="0"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body"/>
          </p:nvPr>
        </p:nvSpPr>
        <p:spPr>
          <a:xfrm>
            <a:off x="1524000" y="3810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909090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909090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909090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909090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09090"/>
              </a:buClr>
              <a:buSzPts val="1120"/>
              <a:buNone/>
              <a:defRPr sz="1400">
                <a:solidFill>
                  <a:srgbClr val="909090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09090"/>
              </a:buClr>
              <a:buSzPts val="1120"/>
              <a:buNone/>
              <a:defRPr sz="1400">
                <a:solidFill>
                  <a:srgbClr val="909090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09090"/>
              </a:buClr>
              <a:buSzPts val="1120"/>
              <a:buNone/>
              <a:defRPr sz="1400">
                <a:solidFill>
                  <a:srgbClr val="909090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09090"/>
              </a:buClr>
              <a:buSzPts val="1120"/>
              <a:buNone/>
              <a:defRPr sz="1400">
                <a:solidFill>
                  <a:srgbClr val="909090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1" type="ftr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beçalho de seção alternativo" showMasterSp="0">
  <p:cSld name="Cebeçalho de seção alternativo">
    <p:bg>
      <p:bgPr>
        <a:gradFill>
          <a:gsLst>
            <a:gs pos="0">
              <a:srgbClr val="124679"/>
            </a:gs>
            <a:gs pos="22000">
              <a:srgbClr val="124679"/>
            </a:gs>
            <a:gs pos="100000">
              <a:srgbClr val="1C243C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587388" y="1163782"/>
            <a:ext cx="11017224" cy="26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0" sz="5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" type="body"/>
          </p:nvPr>
        </p:nvSpPr>
        <p:spPr>
          <a:xfrm>
            <a:off x="587388" y="3830782"/>
            <a:ext cx="1101722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  <a:defRPr sz="36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4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551384" y="116632"/>
            <a:ext cx="11089232" cy="1233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551384" y="1901952"/>
            <a:ext cx="5361736" cy="4123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Char char="▪"/>
              <a:defRPr sz="2000"/>
            </a:lvl1pPr>
            <a:lvl2pPr indent="-32004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 sz="1800"/>
            </a:lvl2pPr>
            <a:lvl3pPr indent="-30988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80"/>
              <a:buChar char="▪"/>
              <a:defRPr sz="1600"/>
            </a:lvl3pPr>
            <a:lvl4pPr indent="-29972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Char char="▪"/>
              <a:defRPr sz="1400"/>
            </a:lvl4pPr>
            <a:lvl5pPr indent="-29972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Char char="▪"/>
              <a:defRPr sz="1400"/>
            </a:lvl5pPr>
            <a:lvl6pPr indent="-29972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6pPr>
            <a:lvl7pPr indent="-29972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7pPr>
            <a:lvl8pPr indent="-29972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8pPr>
            <a:lvl9pPr indent="-29972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9pPr>
          </a:lstStyle>
          <a:p/>
        </p:txBody>
      </p:sp>
      <p:sp>
        <p:nvSpPr>
          <p:cNvPr id="108" name="Google Shape;108;p15"/>
          <p:cNvSpPr txBox="1"/>
          <p:nvPr>
            <p:ph idx="2" type="body"/>
          </p:nvPr>
        </p:nvSpPr>
        <p:spPr>
          <a:xfrm>
            <a:off x="6278880" y="1901952"/>
            <a:ext cx="5361736" cy="4123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Char char="▪"/>
              <a:defRPr sz="2000"/>
            </a:lvl1pPr>
            <a:lvl2pPr indent="-32004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 sz="1800"/>
            </a:lvl2pPr>
            <a:lvl3pPr indent="-30988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80"/>
              <a:buChar char="▪"/>
              <a:defRPr sz="1600"/>
            </a:lvl3pPr>
            <a:lvl4pPr indent="-29972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Char char="▪"/>
              <a:defRPr sz="1400"/>
            </a:lvl4pPr>
            <a:lvl5pPr indent="-29972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Char char="▪"/>
              <a:defRPr sz="1400"/>
            </a:lvl5pPr>
            <a:lvl6pPr indent="-29972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6pPr>
            <a:lvl7pPr indent="-29972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7pPr>
            <a:lvl8pPr indent="-29972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8pPr>
            <a:lvl9pPr indent="-29972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9pPr>
          </a:lstStyle>
          <a:p/>
        </p:txBody>
      </p:sp>
      <p:sp>
        <p:nvSpPr>
          <p:cNvPr id="109" name="Google Shape;109;p15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5"/>
          <p:cNvSpPr txBox="1"/>
          <p:nvPr>
            <p:ph idx="11" type="ftr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>
  <p:cSld name="Comparação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1341120" y="466344"/>
            <a:ext cx="9509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1341120" y="1837464"/>
            <a:ext cx="4572000" cy="766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  <a:defRPr b="0" sz="2200" cap="none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28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28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28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280"/>
              <a:buNone/>
              <a:defRPr b="1" sz="1600"/>
            </a:lvl9pPr>
          </a:lstStyle>
          <a:p/>
        </p:txBody>
      </p:sp>
      <p:sp>
        <p:nvSpPr>
          <p:cNvPr id="115" name="Google Shape;115;p16"/>
          <p:cNvSpPr txBox="1"/>
          <p:nvPr>
            <p:ph idx="2" type="body"/>
          </p:nvPr>
        </p:nvSpPr>
        <p:spPr>
          <a:xfrm>
            <a:off x="1341120" y="2740732"/>
            <a:ext cx="4572000" cy="3288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440"/>
              <a:buChar char="▪"/>
              <a:defRPr sz="1800"/>
            </a:lvl1pPr>
            <a:lvl2pPr indent="-30988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▪"/>
              <a:defRPr sz="1600"/>
            </a:lvl2pPr>
            <a:lvl3pPr indent="-29972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Char char="▪"/>
              <a:defRPr sz="1400"/>
            </a:lvl3pPr>
            <a:lvl4pPr indent="-28956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Char char="▪"/>
              <a:defRPr sz="1200"/>
            </a:lvl4pPr>
            <a:lvl5pPr indent="-28956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Char char="▪"/>
              <a:defRPr sz="1200"/>
            </a:lvl5pPr>
            <a:lvl6pPr indent="-28956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960"/>
              <a:buChar char="▪"/>
              <a:defRPr sz="1200"/>
            </a:lvl6pPr>
            <a:lvl7pPr indent="-28956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960"/>
              <a:buChar char="▪"/>
              <a:defRPr sz="1200"/>
            </a:lvl7pPr>
            <a:lvl8pPr indent="-28956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960"/>
              <a:buChar char="▪"/>
              <a:defRPr sz="1200"/>
            </a:lvl8pPr>
            <a:lvl9pPr indent="-28956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960"/>
              <a:buChar char="▪"/>
              <a:defRPr sz="1200"/>
            </a:lvl9pPr>
          </a:lstStyle>
          <a:p/>
        </p:txBody>
      </p:sp>
      <p:sp>
        <p:nvSpPr>
          <p:cNvPr id="116" name="Google Shape;116;p16"/>
          <p:cNvSpPr txBox="1"/>
          <p:nvPr>
            <p:ph idx="3" type="body"/>
          </p:nvPr>
        </p:nvSpPr>
        <p:spPr>
          <a:xfrm>
            <a:off x="6278880" y="1837464"/>
            <a:ext cx="4572000" cy="766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  <a:defRPr b="0" sz="2200" cap="none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28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28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28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280"/>
              <a:buNone/>
              <a:defRPr b="1" sz="1600"/>
            </a:lvl9pPr>
          </a:lstStyle>
          <a:p/>
        </p:txBody>
      </p:sp>
      <p:sp>
        <p:nvSpPr>
          <p:cNvPr id="117" name="Google Shape;117;p16"/>
          <p:cNvSpPr txBox="1"/>
          <p:nvPr>
            <p:ph idx="4" type="body"/>
          </p:nvPr>
        </p:nvSpPr>
        <p:spPr>
          <a:xfrm>
            <a:off x="6278880" y="2740732"/>
            <a:ext cx="4572000" cy="3288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440"/>
              <a:buChar char="▪"/>
              <a:defRPr sz="1800"/>
            </a:lvl1pPr>
            <a:lvl2pPr indent="-30988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▪"/>
              <a:defRPr sz="1600"/>
            </a:lvl2pPr>
            <a:lvl3pPr indent="-29972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Char char="▪"/>
              <a:defRPr sz="1400"/>
            </a:lvl3pPr>
            <a:lvl4pPr indent="-28956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Char char="▪"/>
              <a:defRPr sz="1200"/>
            </a:lvl4pPr>
            <a:lvl5pPr indent="-28956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Char char="▪"/>
              <a:defRPr sz="1200"/>
            </a:lvl5pPr>
            <a:lvl6pPr indent="-28956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960"/>
              <a:buChar char="▪"/>
              <a:defRPr sz="1200"/>
            </a:lvl6pPr>
            <a:lvl7pPr indent="-28956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960"/>
              <a:buChar char="▪"/>
              <a:defRPr sz="1200"/>
            </a:lvl7pPr>
            <a:lvl8pPr indent="-28956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960"/>
              <a:buChar char="▪"/>
              <a:defRPr sz="1200"/>
            </a:lvl8pPr>
            <a:lvl9pPr indent="-28956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960"/>
              <a:buChar char="▪"/>
              <a:defRPr sz="1200"/>
            </a:lvl9pPr>
          </a:lstStyle>
          <a:p/>
        </p:txBody>
      </p:sp>
      <p:sp>
        <p:nvSpPr>
          <p:cNvPr id="118" name="Google Shape;118;p16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6"/>
          <p:cNvSpPr txBox="1"/>
          <p:nvPr>
            <p:ph idx="11" type="ftr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6"/>
          <p:cNvSpPr txBox="1"/>
          <p:nvPr>
            <p:ph idx="12" type="sldNum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>
  <p:cSld name="Conteúdo com Legenda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760412" y="2362200"/>
            <a:ext cx="3200400" cy="1990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3400"/>
              <a:buNone/>
              <a:defRPr b="0"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4494212" y="685800"/>
            <a:ext cx="723900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Char char="▪"/>
              <a:defRPr sz="2000"/>
            </a:lvl1pPr>
            <a:lvl2pPr indent="-32004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 sz="1800"/>
            </a:lvl2pPr>
            <a:lvl3pPr indent="-30988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80"/>
              <a:buChar char="▪"/>
              <a:defRPr sz="1600"/>
            </a:lvl3pPr>
            <a:lvl4pPr indent="-29972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Char char="▪"/>
              <a:defRPr sz="1400"/>
            </a:lvl4pPr>
            <a:lvl5pPr indent="-29972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Char char="▪"/>
              <a:defRPr sz="1400"/>
            </a:lvl5pPr>
            <a:lvl6pPr indent="-29972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6pPr>
            <a:lvl7pPr indent="-29972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7pPr>
            <a:lvl8pPr indent="-29972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8pPr>
            <a:lvl9pPr indent="-29972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9pPr>
          </a:lstStyle>
          <a:p/>
        </p:txBody>
      </p:sp>
      <p:sp>
        <p:nvSpPr>
          <p:cNvPr id="124" name="Google Shape;124;p17"/>
          <p:cNvSpPr txBox="1"/>
          <p:nvPr>
            <p:ph idx="2" type="body"/>
          </p:nvPr>
        </p:nvSpPr>
        <p:spPr>
          <a:xfrm>
            <a:off x="760412" y="4367308"/>
            <a:ext cx="3200400" cy="162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28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72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72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72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720"/>
              <a:buNone/>
              <a:defRPr sz="900"/>
            </a:lvl9pPr>
          </a:lstStyle>
          <a:p/>
        </p:txBody>
      </p:sp>
      <p:sp>
        <p:nvSpPr>
          <p:cNvPr id="125" name="Google Shape;125;p17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11" type="ftr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12" type="sldNum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e Conteúdo com Legenda" showMasterSp="0" type="objTx">
  <p:cSld name="OBJECT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124679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760412" y="2362200"/>
            <a:ext cx="3200400" cy="199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b="0"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5362892" y="685800"/>
            <a:ext cx="637032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Char char="▪"/>
              <a:defRPr sz="2000"/>
            </a:lvl1pPr>
            <a:lvl2pPr indent="-32004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 sz="1800"/>
            </a:lvl2pPr>
            <a:lvl3pPr indent="-30988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80"/>
              <a:buChar char="▪"/>
              <a:defRPr sz="1600"/>
            </a:lvl3pPr>
            <a:lvl4pPr indent="-29972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Char char="▪"/>
              <a:defRPr sz="1400"/>
            </a:lvl4pPr>
            <a:lvl5pPr indent="-29972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20"/>
              <a:buChar char="▪"/>
              <a:defRPr sz="1400"/>
            </a:lvl5pPr>
            <a:lvl6pPr indent="-29972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6pPr>
            <a:lvl7pPr indent="-29972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7pPr>
            <a:lvl8pPr indent="-29972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8pPr>
            <a:lvl9pPr indent="-29972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Char char="▪"/>
              <a:defRPr sz="1400"/>
            </a:lvl9pPr>
          </a:lstStyle>
          <a:p/>
        </p:txBody>
      </p:sp>
      <p:sp>
        <p:nvSpPr>
          <p:cNvPr id="132" name="Google Shape;132;p18"/>
          <p:cNvSpPr txBox="1"/>
          <p:nvPr>
            <p:ph idx="2" type="body"/>
          </p:nvPr>
        </p:nvSpPr>
        <p:spPr>
          <a:xfrm>
            <a:off x="760412" y="4367308"/>
            <a:ext cx="3200400" cy="162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72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72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72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720"/>
              <a:buNone/>
              <a:defRPr sz="900"/>
            </a:lvl9pPr>
          </a:lstStyle>
          <a:p/>
        </p:txBody>
      </p:sp>
      <p:sp>
        <p:nvSpPr>
          <p:cNvPr id="133" name="Google Shape;133;p18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11" type="ftr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124679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 txBox="1"/>
          <p:nvPr>
            <p:ph type="title"/>
          </p:nvPr>
        </p:nvSpPr>
        <p:spPr>
          <a:xfrm>
            <a:off x="7923214" y="2362200"/>
            <a:ext cx="320040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b="0"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9"/>
          <p:cNvSpPr/>
          <p:nvPr>
            <p:ph idx="2" type="pic"/>
          </p:nvPr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CCD2D2"/>
          </a:solidFill>
          <a:ln>
            <a:noFill/>
          </a:ln>
        </p:spPr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7923214" y="4355592"/>
            <a:ext cx="3200400" cy="1644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72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72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72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720"/>
              <a:buNone/>
              <a:defRPr sz="900"/>
            </a:lvl9pPr>
          </a:lstStyle>
          <a:p/>
        </p:txBody>
      </p:sp>
      <p:sp>
        <p:nvSpPr>
          <p:cNvPr id="141" name="Google Shape;141;p19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9"/>
          <p:cNvSpPr txBox="1"/>
          <p:nvPr>
            <p:ph idx="11" type="ftr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9"/>
          <p:cNvSpPr txBox="1"/>
          <p:nvPr>
            <p:ph idx="12" type="sldNum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551384" y="116632"/>
            <a:ext cx="11089232" cy="1233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 rot="5400000">
            <a:off x="3647728" y="-1539552"/>
            <a:ext cx="4896544" cy="11089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440"/>
              <a:buChar char="▪"/>
              <a:defRPr/>
            </a:lvl1pPr>
            <a:lvl2pPr indent="-32004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4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4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4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▪"/>
              <a:defRPr/>
            </a:lvl5pPr>
            <a:lvl6pPr indent="-32004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440"/>
              <a:buChar char="▪"/>
              <a:defRPr/>
            </a:lvl6pPr>
            <a:lvl7pPr indent="-32004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440"/>
              <a:buChar char="▪"/>
              <a:defRPr/>
            </a:lvl7pPr>
            <a:lvl8pPr indent="-32004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440"/>
              <a:buChar char="▪"/>
              <a:defRPr/>
            </a:lvl8pPr>
            <a:lvl9pPr indent="-32004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440"/>
              <a:buChar char="▪"/>
              <a:defRPr/>
            </a:lvl9pPr>
          </a:lstStyle>
          <a:p/>
        </p:txBody>
      </p:sp>
      <p:sp>
        <p:nvSpPr>
          <p:cNvPr id="147" name="Google Shape;147;p20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0"/>
          <p:cNvSpPr txBox="1"/>
          <p:nvPr>
            <p:ph idx="11" type="ftr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 rot="5400000">
            <a:off x="7090569" y="1908969"/>
            <a:ext cx="5897562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 rot="5400000">
            <a:off x="1756569" y="-643731"/>
            <a:ext cx="589756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440"/>
              <a:buChar char="▪"/>
              <a:defRPr/>
            </a:lvl1pPr>
            <a:lvl2pPr indent="-32004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4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4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4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▪"/>
              <a:defRPr/>
            </a:lvl5pPr>
            <a:lvl6pPr indent="-32004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440"/>
              <a:buChar char="▪"/>
              <a:defRPr/>
            </a:lvl6pPr>
            <a:lvl7pPr indent="-32004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440"/>
              <a:buChar char="▪"/>
              <a:defRPr/>
            </a:lvl7pPr>
            <a:lvl8pPr indent="-32004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440"/>
              <a:buChar char="▪"/>
              <a:defRPr/>
            </a:lvl8pPr>
            <a:lvl9pPr indent="-32004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440"/>
              <a:buChar char="▪"/>
              <a:defRPr/>
            </a:lvl9pPr>
          </a:lstStyle>
          <a:p/>
        </p:txBody>
      </p:sp>
      <p:sp>
        <p:nvSpPr>
          <p:cNvPr id="153" name="Google Shape;153;p21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1"/>
          <p:cNvSpPr txBox="1"/>
          <p:nvPr>
            <p:ph idx="11" type="ftr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1"/>
          <p:cNvSpPr txBox="1"/>
          <p:nvPr>
            <p:ph idx="12" type="sldNum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72000">
              <a:schemeClr val="lt2"/>
            </a:gs>
            <a:gs pos="100000">
              <a:srgbClr val="CCD2D2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51384" y="116632"/>
            <a:ext cx="11089232" cy="1233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51384" y="1556792"/>
            <a:ext cx="11089232" cy="48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004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988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Noto Sans Symbols"/>
              <a:buChar char="▪"/>
              <a:defRPr b="0" i="0" sz="16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972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▪"/>
              <a:defRPr b="0" i="0" sz="14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972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▪"/>
              <a:defRPr b="0" i="0" sz="14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972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Font typeface="Noto Sans Symbols"/>
              <a:buChar char="▪"/>
              <a:defRPr b="0" i="0" sz="14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972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Font typeface="Noto Sans Symbols"/>
              <a:buChar char="▪"/>
              <a:defRPr b="0" i="0" sz="14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972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Font typeface="Noto Sans Symbols"/>
              <a:buChar char="▪"/>
              <a:defRPr b="0" i="0" sz="14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972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F6D"/>
              </a:buClr>
              <a:buSzPts val="1120"/>
              <a:buFont typeface="Noto Sans Symbols"/>
              <a:buChar char="▪"/>
              <a:defRPr b="0" i="0" sz="14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97316" t="0"/>
          <a:stretch/>
        </p:blipFill>
        <p:spPr>
          <a:xfrm>
            <a:off x="0" y="0"/>
            <a:ext cx="245099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idx="1" type="subTitle"/>
          </p:nvPr>
        </p:nvSpPr>
        <p:spPr>
          <a:xfrm>
            <a:off x="909838" y="5943600"/>
            <a:ext cx="1036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pt-BR"/>
              <a:t>&lt;Integrantes&gt;</a:t>
            </a:r>
            <a:endParaRPr/>
          </a:p>
        </p:txBody>
      </p:sp>
      <p:sp>
        <p:nvSpPr>
          <p:cNvPr id="161" name="Google Shape;161;p22"/>
          <p:cNvSpPr txBox="1"/>
          <p:nvPr>
            <p:ph type="ctrTitle"/>
          </p:nvPr>
        </p:nvSpPr>
        <p:spPr>
          <a:xfrm>
            <a:off x="1275550" y="4941925"/>
            <a:ext cx="96378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pt-BR" sz="3600"/>
              <a:t>&lt;Título&gt;</a:t>
            </a:r>
            <a:endParaRPr b="0" i="0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5772075" y="0"/>
            <a:ext cx="6420000" cy="1158600"/>
          </a:xfrm>
          <a:prstGeom prst="rect">
            <a:avLst/>
          </a:prstGeom>
          <a:solidFill>
            <a:srgbClr val="1246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pt-BR" sz="5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 Design</a:t>
            </a:r>
            <a:endParaRPr b="0" i="0" sz="5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3400"/>
              <a:buNone/>
            </a:pPr>
            <a:r>
              <a:rPr b="1" lang="pt-BR" sz="4600"/>
              <a:t>Considerações Iniciais</a:t>
            </a:r>
            <a:endParaRPr b="1" sz="4600"/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551384" y="1556792"/>
            <a:ext cx="110892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27432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440"/>
              <a:buNone/>
            </a:pPr>
            <a:r>
              <a:rPr lang="pt-BR"/>
              <a:t>Este documento serve como um guia para a apresentação do projeto, oferecendo uma estrutura sugerida para os conteúdos. No entanto, os alunos têm liberdade para adaptar o formato conforme necessário, desde que todas as informações essenciais sejam apresentadas de forma clara e organizada.</a:t>
            </a:r>
            <a:endParaRPr/>
          </a:p>
          <a:p>
            <a:pPr indent="0" lvl="0" marL="27432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440"/>
              <a:buNone/>
            </a:pPr>
            <a:r>
              <a:rPr lang="pt-BR"/>
              <a:t>Os critérios de avaliação utilizados contemplam os tópicos abordados nos slides sugeridos, garantindo que todos os critérios sejam considerados na apresentação.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3400"/>
              <a:buNone/>
            </a:pPr>
            <a:r>
              <a:rPr b="1" lang="pt-BR" sz="4600"/>
              <a:t>Considerações Iniciais</a:t>
            </a:r>
            <a:endParaRPr b="1" sz="4600"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551384" y="1556792"/>
            <a:ext cx="110892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7432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440"/>
              <a:buNone/>
            </a:pPr>
            <a:r>
              <a:rPr lang="pt-BR"/>
              <a:t>Este template é apenas um exemplo e pode ser adaptado conforme a necessidade dos alunos. Diferentes identidades visuais e ferramentas podem ser utilizadas para criar a apresentação, desde que os conteúdos sejam apresentados de maneira clara e organizada.</a:t>
            </a:r>
            <a:endParaRPr/>
          </a:p>
          <a:p>
            <a:pPr indent="0" lvl="0" marL="27432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440"/>
              <a:buNone/>
            </a:pPr>
            <a:r>
              <a:rPr lang="pt-BR"/>
              <a:t>Além disso, a apresentação deve obrigatoriamente ter uma duração entre 10 e 15 minutos, sendo pontuado como Pontualidade na entrega das atividades.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3400"/>
              <a:buNone/>
            </a:pPr>
            <a:r>
              <a:rPr b="1" lang="pt-BR" sz="4600"/>
              <a:t>Sobre o Projeto</a:t>
            </a:r>
            <a:endParaRPr b="1" sz="4600"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551384" y="1556792"/>
            <a:ext cx="110892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Título do Projeto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Nome da Equipe / Integrantes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Logo ou Imagens Representativas</a:t>
            </a:r>
            <a:endParaRPr/>
          </a:p>
          <a:p>
            <a:pPr indent="0" lvl="0" marL="27432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3400"/>
              <a:buNone/>
            </a:pPr>
            <a:r>
              <a:rPr b="1" lang="pt-BR" sz="4600"/>
              <a:t>Introdução</a:t>
            </a:r>
            <a:endParaRPr b="1" sz="4600"/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551384" y="1556792"/>
            <a:ext cx="110892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Objetivo do projeto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Estrutura do projeto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Boas práticas adotadas (Organização, trabalho em equipe, etc)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3400"/>
              <a:buNone/>
            </a:pPr>
            <a:r>
              <a:rPr b="1" lang="pt-BR" sz="4600"/>
              <a:t>Gestão do Backlog</a:t>
            </a:r>
            <a:endParaRPr b="1" sz="4600"/>
          </a:p>
        </p:txBody>
      </p:sp>
      <p:sp>
        <p:nvSpPr>
          <p:cNvPr id="192" name="Google Shape;192;p27"/>
          <p:cNvSpPr txBox="1"/>
          <p:nvPr>
            <p:ph idx="1" type="body"/>
          </p:nvPr>
        </p:nvSpPr>
        <p:spPr>
          <a:xfrm>
            <a:off x="551384" y="1556792"/>
            <a:ext cx="110892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Estrutura do backlog (priorização, categorias, histórico)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Lista de itens concluídos e pendentes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Ferramentas utilizadas (ex: Trello, Jira)</a:t>
            </a:r>
            <a:endParaRPr/>
          </a:p>
          <a:p>
            <a:pPr indent="0" lvl="0" marL="27432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3400"/>
              <a:buNone/>
            </a:pPr>
            <a:r>
              <a:rPr b="1" lang="pt-BR" sz="4600"/>
              <a:t>Desenvolvimento do Projeto</a:t>
            </a:r>
            <a:endParaRPr b="1" sz="4600"/>
          </a:p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551384" y="1556792"/>
            <a:ext cx="110892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Ferramentas utilizadas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Desenvolvimento da interface e  funcionalidades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Demonstração do projeto (imagens/protótipo)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3400"/>
              <a:buNone/>
            </a:pPr>
            <a:r>
              <a:rPr b="1" lang="pt-BR" sz="4600"/>
              <a:t>Processo de Desenvolvimento</a:t>
            </a:r>
            <a:endParaRPr b="1" sz="4600"/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551384" y="1556792"/>
            <a:ext cx="110892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Justificativa técnica das escolhas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Comparação com benchmarks ou alternativas rejeitadas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Apresentação das páginas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Destaques inovadores</a:t>
            </a:r>
            <a:endParaRPr/>
          </a:p>
          <a:p>
            <a:pPr indent="0" lvl="0" marL="27432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3400"/>
              <a:buNone/>
            </a:pPr>
            <a:r>
              <a:rPr b="1" lang="pt-BR" sz="4600"/>
              <a:t>Versionamento</a:t>
            </a:r>
            <a:endParaRPr b="1" sz="4600"/>
          </a:p>
        </p:txBody>
      </p:sp>
      <p:sp>
        <p:nvSpPr>
          <p:cNvPr id="210" name="Google Shape;210;p30"/>
          <p:cNvSpPr txBox="1"/>
          <p:nvPr>
            <p:ph idx="1" type="body"/>
          </p:nvPr>
        </p:nvSpPr>
        <p:spPr>
          <a:xfrm>
            <a:off x="551384" y="1556792"/>
            <a:ext cx="110892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Evolução do site (tags, categorias de alteração)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Plataforma de versionamento (GitHub, etc)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Exemplo de alterações significativas</a:t>
            </a:r>
            <a:endParaRPr/>
          </a:p>
          <a:p>
            <a:pPr indent="0" lvl="0" marL="27432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3400"/>
              <a:buNone/>
            </a:pPr>
            <a:r>
              <a:rPr b="1" lang="pt-BR" sz="4600"/>
              <a:t>Organização do Grupo</a:t>
            </a:r>
            <a:endParaRPr b="1" sz="4600"/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551384" y="1556792"/>
            <a:ext cx="110892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Divisão de tarefas (quem fez o quê)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Ferramentas de colaboração (WhatsApp, Slack, Discord, etc)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Aproveitamento de habilidades individuais</a:t>
            </a:r>
            <a:endParaRPr/>
          </a:p>
          <a:p>
            <a:pPr indent="0" lvl="0" marL="27432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3400"/>
              <a:buNone/>
            </a:pPr>
            <a:r>
              <a:rPr b="1" lang="pt-BR" sz="4600"/>
              <a:t>Conclusão</a:t>
            </a:r>
            <a:endParaRPr b="1" sz="4600"/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551384" y="1556792"/>
            <a:ext cx="110892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Resumo dos Principais Pontos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Destaques do Projeto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Próximos passos e desafios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pt-BR"/>
              <a:t>Aprendizagens obtidas</a:t>
            </a:r>
            <a:endParaRPr/>
          </a:p>
          <a:p>
            <a:pPr indent="0" lvl="0" marL="27432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idx="1" type="subTitle"/>
          </p:nvPr>
        </p:nvSpPr>
        <p:spPr>
          <a:xfrm>
            <a:off x="909838" y="5943600"/>
            <a:ext cx="1036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pt-BR"/>
              <a:t>&lt;Integrantes&gt;</a:t>
            </a:r>
            <a:endParaRPr/>
          </a:p>
        </p:txBody>
      </p:sp>
      <p:sp>
        <p:nvSpPr>
          <p:cNvPr id="228" name="Google Shape;228;p33"/>
          <p:cNvSpPr txBox="1"/>
          <p:nvPr>
            <p:ph type="ctrTitle"/>
          </p:nvPr>
        </p:nvSpPr>
        <p:spPr>
          <a:xfrm>
            <a:off x="1275550" y="4941925"/>
            <a:ext cx="96378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pt-BR" sz="3600"/>
              <a:t>&lt;Título&gt;</a:t>
            </a:r>
            <a:endParaRPr b="0" i="0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5772075" y="0"/>
            <a:ext cx="6420000" cy="1158600"/>
          </a:xfrm>
          <a:prstGeom prst="rect">
            <a:avLst/>
          </a:prstGeom>
          <a:solidFill>
            <a:srgbClr val="1246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pt-BR" sz="5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 Design</a:t>
            </a:r>
            <a:endParaRPr b="0" i="0" sz="5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usinessProjectPlan_TP103417270">
  <a:themeElements>
    <a:clrScheme name="Banded_Design_Blue">
      <a:dk1>
        <a:srgbClr val="404040"/>
      </a:dk1>
      <a:lt1>
        <a:srgbClr val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